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4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68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28800" y="685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83080" y="1600199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</a:t>
            </a:r>
            <a:r>
              <a:rPr lang="en-US" sz="7200" b="1" dirty="0">
                <a:solidFill>
                  <a:srgbClr val="74C6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Kisan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0" y="2834639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D8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carbon-credit micro-marketplace where every sustainable farming practice generates verifiable income — directly for Indian farmers, without intermediaries.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783080" y="4154922"/>
            <a:ext cx="8412480" cy="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4983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Patil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4983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Ojaswi Sonawane   •   Saee Kolhe   •   Atharva Kulkarni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541208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Name</a:t>
            </a:r>
            <a:endParaRPr lang="en-IN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BF0E53-9CCE-E6FF-8CE7-5C3708B2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26758" y="548641"/>
            <a:ext cx="2605209" cy="71903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698E71-1C26-1F2E-A8B3-49C21DF3284B}"/>
              </a:ext>
            </a:extLst>
          </p:cNvPr>
          <p:cNvSpPr txBox="1"/>
          <p:nvPr/>
        </p:nvSpPr>
        <p:spPr>
          <a:xfrm>
            <a:off x="1783080" y="5475214"/>
            <a:ext cx="1915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24AD7-6628-105E-A277-97366C1F3613}"/>
              </a:ext>
            </a:extLst>
          </p:cNvPr>
          <p:cNvSpPr txBox="1"/>
          <p:nvPr/>
        </p:nvSpPr>
        <p:spPr>
          <a:xfrm>
            <a:off x="1783080" y="5728551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– 2                                         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nvironment and Sustainability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RELEVANCE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that doesn't have a product yet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7844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farmers who adopt sustainable practices — no-till, cover crops, reduced pesticide use — sequester real, measurable carbon. Yet they see zero financial return for 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corporate CSR and ESG teams spend millions of rupees on offset certificates they cannot verify. There is no transparent, farmer-direct marketplace connecting the two sides — at micro scale, parcel by parcel.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49884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across India's 140M ha of cultivable land, locked out of carbon markets built for 1,000+ ha industrial projects — and CSR/ESG buyers who want traceable, small-scale, farmer-level impact instead of anonymous bulk offsets.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086600" y="1600200"/>
            <a:ext cx="4572000" cy="4526280"/>
          </a:xfrm>
          <a:prstGeom prst="roundRect">
            <a:avLst>
              <a:gd name="adj" fmla="val 131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810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ALIGNMENT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6092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Entrepreneurship track: CarbonKisan pairs an environmental outcome (verified carbon sequestration) with a sustainable, fee-based business model — not a one-off pilot.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ALREADY EXISTS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3621024"/>
            <a:ext cx="91440" cy="9144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37307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launches India's formal Voluntary Carbon Market framework for agriculture.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4306824"/>
            <a:ext cx="91440" cy="9144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4416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approves the first sequestration methodologies.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4992624"/>
            <a:ext cx="91440" cy="9144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51023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government pilot projects ₹5,000–₹8,000/ha supplementary income.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60920" y="5623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layer that connects farmer to buyer does not — CarbonKisan builds it.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ORIGINALITY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offset certificate — a micro-marketplace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7844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₹1,200–2,800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tonne, India agri credits,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 t CO2e/ha/yr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crop + no-till sequestration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score vs. hackathon competition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APPROACH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soil_modifier function — driven by soil type, rainfall zone, and organic-carbon baseline — reshapes a flat per-practice rate into a district-specific estimate. It's a multiplicative XGBoost model, not an additive lookup table, so it captures real feature interactions (practice × soil × rainfall) instead of assuming they add up independently. SHAP explainability makes every estimate auditable to a judge or a buyer.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2788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BEATS EXISTING CARBON MARKETS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1089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Verra / Gold Standard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34930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ha minimum, $50K–$200K to certify, 2–4 year MRV cycle — smallholders structurally excluded.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429768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0" y="46817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micro-parcels, issues micro-credits inside India's own VCM framework — live since Jan 2024, with no marketplace built on it yet.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5623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live judge Q&amp;A, every estimate traces back to its inputs — “Feature interactions in soil carbon are multiplicative, not additive. XGBoost captures this natively.”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&amp; 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clean data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7844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PWA, mobile-first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practices, land area, and district. Gets a soil/carbon score and INR estimate in real time. Submits a listing.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XGBoost + Supabase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90288" y="2286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backend, XGBoost carbon estimator, Supabase for credit records. Razorpay handles payouts.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Layer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30768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NGO dashboard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0768" y="2286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farmer listings by district/practice. Purchase credits. Download a PDF certificate for CSR reporting.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Input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(practice, area, district)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90672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10712" y="38404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 rainfall, ICRISAT soil, FAO HWSD)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52744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72784" y="38404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(tonnes CO2e + interval + SHAP)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14816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34856" y="384048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26296" y="3840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Record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(Supabase, hash ID, immutable)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5669280" cy="1417320"/>
          </a:xfrm>
          <a:prstGeom prst="roundRect">
            <a:avLst>
              <a:gd name="adj" fmla="val 3871"/>
            </a:avLst>
          </a:prstGeom>
          <a:solidFill>
            <a:srgbClr val="12301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029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ESTIMATION FORMULA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321808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credits_tonne = base_rate[practice] × area_ha × soil_modifier × yrs / 1000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revenue_inr = credits_tonne × market_price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8E9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farmer_payout = revenue_inr × 0.85  (platform fee: 15%)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4937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5230368"/>
            <a:ext cx="1025957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5230368"/>
            <a:ext cx="1025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673645" y="5230368"/>
            <a:ext cx="1025957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73645" y="5230368"/>
            <a:ext cx="1025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09330" y="5230368"/>
            <a:ext cx="501091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09330" y="5230368"/>
            <a:ext cx="5010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420149" y="5230368"/>
            <a:ext cx="726034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20149" y="5230368"/>
            <a:ext cx="7260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255910" y="5230368"/>
            <a:ext cx="1025957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55910" y="5230368"/>
            <a:ext cx="10259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37960" y="5596128"/>
            <a:ext cx="801014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596128"/>
            <a:ext cx="801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48702" y="5596128"/>
            <a:ext cx="801014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8702" y="5596128"/>
            <a:ext cx="801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59445" y="5596128"/>
            <a:ext cx="501091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59445" y="5596128"/>
            <a:ext cx="5010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970264" y="5596128"/>
            <a:ext cx="1100938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70264" y="5596128"/>
            <a:ext cx="11009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SDK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37960" y="5961888"/>
            <a:ext cx="1700784" cy="310896"/>
          </a:xfrm>
          <a:prstGeom prst="roundRect">
            <a:avLst>
              <a:gd name="adj" fmla="val 50000"/>
            </a:avLst>
          </a:prstGeom>
          <a:solidFill>
            <a:srgbClr val="F2F7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596188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ICRISAT/IMD/FAO data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complete user journeys, mobile-first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flow — under 3 minutes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district (35 Maharashtra districts) + phone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89504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practice: 4 options with icons &amp; descriptions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19856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73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land area (0.5–10 ha)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50208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03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SHAP waterfall: carbon estimate + INR range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342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“List for Sale”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flow — under 2 minutes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2359152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listings: farmer name, district, practice, price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889504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sidebar: district, practice type, price / recency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419856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2735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“Buy Credits” → Razorpay checkout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950208"/>
            <a:ext cx="73152" cy="7315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8039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CSR report CSV for compliance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ENVIRONMENT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on Vercel, backend on Railway, with a public /impact page showing live totals — tonnes listed, credits sold, and farmer income generated.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5193792"/>
            <a:ext cx="0" cy="96012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PRO-TIP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5440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2-minute backup screen-recording is ready in case of live internet lag during judging.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Practical 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India’s live government VCM-for-agriculture framework (2024) — a proven pilot, not a new market to create.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Timeline: Idea → Impact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Sustain Itself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0" cy="61264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1–4 — Hackathon MVP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on a $0 free-tier stack (Supabase, Razorpay test mode, Vercel, Railway) — 12 seeded listings across 5+ districts.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0" cy="61264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443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 — Post-Hackathon Pilot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3218688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Razorpay + KYC; partner with 1–2 FPOs in Pune district for the first 50 real farmer registrations; DPDP legal review.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544568"/>
            <a:ext cx="0" cy="612648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01421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 — Verification &amp; Scale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4288536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(Sentinel-2) verification cuts self-report fraud risk; WhatsApp Business API; expand to other states.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15721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0840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 — Marketplace Maturity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3000" y="5358384"/>
            <a:ext cx="5989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subscription tier for bulk ESG purchasing; FPO bulk-listing tools; optional blockchain-anchored certificates.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06640" y="187452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EDF3E7"/>
          </a:solidFill>
          <a:ln/>
          <a:effectLst>
            <a:outerShdw blurRad="50800" dist="25400" dir="5400000" algn="bl" rotWithShape="0">
              <a:srgbClr val="9AA89A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947672"/>
            <a:ext cx="192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64040" y="1947672"/>
            <a:ext cx="2194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build cost
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free-tier tools — no paid infra to launch the MVP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2944368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EDF3E7"/>
          </a:solidFill>
          <a:ln/>
          <a:effectLst>
            <a:outerShdw blurRad="50800" dist="25400" dir="5400000" algn="bl" rotWithShape="0">
              <a:srgbClr val="9AA89A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3017520"/>
            <a:ext cx="192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~₹4,600/mo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64040" y="3017520"/>
            <a:ext cx="2194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pilot opex
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SMS &amp; DB — scales predictably with usage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06640" y="4014216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EDF3E7"/>
          </a:solidFill>
          <a:ln/>
          <a:effectLst>
            <a:outerShdw blurRad="50800" dist="25400" dir="5400000" algn="bl" rotWithShape="0">
              <a:srgbClr val="9AA89A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89520" y="4087368"/>
            <a:ext cx="192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464040" y="4087368"/>
            <a:ext cx="2194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per sale
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keeps 85% via UPI payout — the revenue engine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5084064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EDF3E7"/>
          </a:solidFill>
          <a:ln/>
          <a:effectLst>
            <a:outerShdw blurRad="50800" dist="25400" dir="5400000" algn="bl" rotWithShape="0">
              <a:srgbClr val="9AA89A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89520" y="5157216"/>
            <a:ext cx="19202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Cr+ GMV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464040" y="5157216"/>
            <a:ext cx="21945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target
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farmers · 2,000 listings · 40%+ buyer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EDUCATIONAL &amp; ECONOMIC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Maharashtra pilot to a national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78440" y="365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12140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verifiable income for practices they already follow — 85% of every transaction, without intermediaries taking a cut.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/ ESG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Traceable, farmer-level credits instead of anonymous bulk offsets — with an auditable, SHAP-explained estimate behind every certificate.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2F7F4"/>
          </a:solidFill>
          <a:ln w="12700">
            <a:solidFill>
              <a:srgbClr val="D9E6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data ecosystem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0768" y="2121408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adds to a growing, India-specific dataset of real practice-to-outcome relationships, useful well beyond this platform.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0881360" cy="2103120"/>
          </a:xfrm>
          <a:prstGeom prst="roundRect">
            <a:avLst>
              <a:gd name="adj" fmla="val 2609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PATH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187952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first: it has the densest ICRISAT soil measurement network, active FPO networks around Pune and Nashik, and the highest corporate CSR spend in India — a narrow scope that still proves a real, immediate buyer market.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931920"/>
            <a:ext cx="0" cy="1737360"/>
          </a:xfrm>
          <a:prstGeom prst="line">
            <a:avLst/>
          </a:prstGeom>
          <a:noFill/>
          <a:ln w="12700">
            <a:solidFill>
              <a:srgbClr val="3E6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187952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by state, as soil data quality improves, the same model architecture extends toward India's full 140M ha of cultivable land — turning a hackathon pilot into a nationwide farmer-income channel.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4">
            <a:extLst>
              <a:ext uri="{FF2B5EF4-FFF2-40B4-BE49-F238E27FC236}">
                <a16:creationId xmlns:a16="http://schemas.microsoft.com/office/drawing/2014/main" id="{2DEFA706-7827-E32E-A02E-AD6643C9752F}"/>
              </a:ext>
            </a:extLst>
          </p:cNvPr>
          <p:cNvSpPr/>
          <p:nvPr/>
        </p:nvSpPr>
        <p:spPr>
          <a:xfrm>
            <a:off x="5919340" y="4206240"/>
            <a:ext cx="5096380" cy="1737360"/>
          </a:xfrm>
          <a:prstGeom prst="roundRect">
            <a:avLst>
              <a:gd name="adj" fmla="val 3158"/>
            </a:avLst>
          </a:prstGeom>
          <a:solidFill>
            <a:srgbClr val="12301F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CarbonKisan turns everyday sustainable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into verifiable carbon income.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income, paid directly to the farmer who earned it — with no intermediary standing between the practice and the payout.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ROADMAP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5096380" cy="1737360"/>
          </a:xfrm>
          <a:prstGeom prst="roundRect">
            <a:avLst>
              <a:gd name="adj" fmla="val 3158"/>
            </a:avLst>
          </a:prstGeom>
          <a:solidFill>
            <a:srgbClr val="1230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verification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4523481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 residue detection to automatically flag no-till fields and cross-check farmer-reported practices.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3174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CarbonKisan  ·  AMIEE Hackathon — Environment &amp; Sustainability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6D0CE-DB3A-145E-EA66-B5EDDE019049}"/>
              </a:ext>
            </a:extLst>
          </p:cNvPr>
          <p:cNvSpPr txBox="1"/>
          <p:nvPr/>
        </p:nvSpPr>
        <p:spPr>
          <a:xfrm>
            <a:off x="6097555" y="4385995"/>
            <a:ext cx="609755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 Listing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26D2DD-FA16-E9E4-1D80-4FA8D16A20B5}"/>
              </a:ext>
            </a:extLst>
          </p:cNvPr>
          <p:cNvSpPr txBox="1"/>
          <p:nvPr/>
        </p:nvSpPr>
        <p:spPr>
          <a:xfrm>
            <a:off x="6094446" y="4943073"/>
            <a:ext cx="47548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 bulk-listing tools to aggregate smallholders toward larger, higher-credibility carbon projects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1319</Words>
  <Application>Microsoft Office PowerPoint</Application>
  <PresentationFormat>Widescreen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Atharva Kulkarni</cp:lastModifiedBy>
  <cp:revision>5</cp:revision>
  <dcterms:created xsi:type="dcterms:W3CDTF">2026-07-16T14:16:14Z</dcterms:created>
  <dcterms:modified xsi:type="dcterms:W3CDTF">2026-07-16T18:28:14Z</dcterms:modified>
</cp:coreProperties>
</file>